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Bienvenida. Hoy dejamos los datos tabulares y pasamos a imagenes. Confirmar que todos tengan el dataset Dogs vs Cats descargado de Kaggle y el entorno con TensorFlow funcionando ANTES de arrancar - si no, se pierde media clase en instalaciones.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371600"/>
            <a:ext cx="4754880" cy="4754880"/>
          </a:xfrm>
          <a:prstGeom prst="ellipse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023360"/>
            <a:ext cx="2377440" cy="2377440"/>
          </a:xfrm>
          <a:prstGeom prst="ellipse">
            <a:avLst/>
          </a:prstGeom>
          <a:solidFill>
            <a:srgbClr val="2B0A3D"/>
          </a:solidFill>
          <a:ln w="12700">
            <a:solidFill>
              <a:srgbClr val="2B0A3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1737360"/>
            <a:ext cx="2743200" cy="2743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13716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B98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6  ·  CIENTÍFICO DE DATOS E IA APLICADA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17830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y Visión Artificial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267004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B98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de imágenes: Perros vs Gatos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566928" y="3401568"/>
            <a:ext cx="3200400" cy="420624"/>
          </a:xfrm>
          <a:prstGeom prst="roundRect">
            <a:avLst>
              <a:gd name="adj" fmla="val 13043"/>
            </a:avLst>
          </a:prstGeom>
          <a:solidFill>
            <a:srgbClr val="C400C4"/>
          </a:solidFill>
          <a:ln w="12700">
            <a:solidFill>
              <a:srgbClr val="C400C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66928" y="340156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03  ·  20 de septiembre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40690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horas en vivo  ·  Convoluciones · Pooling · Data Augmentation · Keras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59436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98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“El futuro lo creas tú…”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04 - Despliegue en DigitalOcean</dc:title>
  <dc:subject>PptxGenJS Presentation</dc:subject>
  <dc:creator>Dev Senior Code</dc:creator>
  <cp:lastModifiedBy>Dev Senior Code</cp:lastModifiedBy>
  <cp:revision>1</cp:revision>
  <dcterms:created xsi:type="dcterms:W3CDTF">2026-09-11T23:02:55Z</dcterms:created>
  <dcterms:modified xsi:type="dcterms:W3CDTF">2026-09-11T23:02:55Z</dcterms:modified>
</cp:coreProperties>
</file>